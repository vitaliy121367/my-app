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5" r:id="rId1"/>
  </p:sldMasterIdLst>
  <p:sldIdLst>
    <p:sldId id="256" r:id="rId2"/>
    <p:sldId id="258" r:id="rId3"/>
    <p:sldId id="259" r:id="rId4"/>
    <p:sldId id="260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14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43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60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679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43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9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92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90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70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568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998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0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5130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895600" y="131763"/>
            <a:ext cx="9144000" cy="2387600"/>
          </a:xfrm>
        </p:spPr>
        <p:txBody>
          <a:bodyPr/>
          <a:lstStyle/>
          <a:p>
            <a:r>
              <a:rPr lang="en-US" dirty="0" smtClean="0"/>
              <a:t>FastRuns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95600" y="2653772"/>
            <a:ext cx="9144000" cy="1655762"/>
          </a:xfrm>
        </p:spPr>
        <p:txBody>
          <a:bodyPr>
            <a:normAutofit/>
          </a:bodyPr>
          <a:lstStyle/>
          <a:p>
            <a:r>
              <a:rPr lang="uk-UA" sz="2000" dirty="0" smtClean="0"/>
              <a:t>Веб-сайт для збирання та систематизації ігрових рекордів у категорії </a:t>
            </a:r>
            <a:r>
              <a:rPr lang="en-US" sz="2000" dirty="0" smtClean="0"/>
              <a:t>Any</a:t>
            </a:r>
            <a:r>
              <a:rPr lang="uk-UA" sz="2000" dirty="0" smtClean="0"/>
              <a:t>%</a:t>
            </a:r>
            <a:endParaRPr lang="uk-UA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6892" y="3610708"/>
            <a:ext cx="4841631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942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Технології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10908" y="593766"/>
            <a:ext cx="6142892" cy="5583197"/>
          </a:xfrm>
        </p:spPr>
        <p:txBody>
          <a:bodyPr/>
          <a:lstStyle/>
          <a:p>
            <a:pPr marL="0" indent="0">
              <a:buNone/>
            </a:pPr>
            <a:r>
              <a:rPr lang="uk-UA" dirty="0" smtClean="0"/>
              <a:t>Фронтенд:</a:t>
            </a:r>
          </a:p>
          <a:p>
            <a:pPr marL="0" indent="0">
              <a:buNone/>
            </a:pPr>
            <a:r>
              <a:rPr lang="en-US" sz="2400" dirty="0" smtClean="0"/>
              <a:t>HTML, </a:t>
            </a:r>
            <a:r>
              <a:rPr lang="en-US" sz="2400" dirty="0"/>
              <a:t>CSS, </a:t>
            </a:r>
            <a:r>
              <a:rPr lang="en-US" sz="2400" dirty="0" smtClean="0"/>
              <a:t>Bootstrap, </a:t>
            </a:r>
            <a:r>
              <a:rPr lang="en-US" sz="2400" dirty="0" smtClean="0"/>
              <a:t>TS</a:t>
            </a:r>
            <a:r>
              <a:rPr lang="uk-UA" sz="2400" dirty="0" smtClean="0"/>
              <a:t>, </a:t>
            </a:r>
            <a:r>
              <a:rPr lang="en-US" sz="2400" dirty="0"/>
              <a:t>React, Axios</a:t>
            </a: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uk-UA" dirty="0" smtClean="0"/>
              <a:t>Бекенд:</a:t>
            </a:r>
          </a:p>
          <a:p>
            <a:pPr marL="0" indent="0">
              <a:buNone/>
            </a:pPr>
            <a:r>
              <a:rPr lang="en-US" sz="2400" dirty="0"/>
              <a:t>TS</a:t>
            </a:r>
            <a:r>
              <a:rPr lang="uk-UA" sz="2400" dirty="0"/>
              <a:t>, </a:t>
            </a:r>
            <a:r>
              <a:rPr lang="en-US" sz="2400" dirty="0" smtClean="0"/>
              <a:t>Node.js</a:t>
            </a:r>
            <a:r>
              <a:rPr lang="en-US" sz="2400" dirty="0" smtClean="0"/>
              <a:t>, </a:t>
            </a:r>
            <a:r>
              <a:rPr lang="en-US" sz="2400" dirty="0" smtClean="0"/>
              <a:t>React, </a:t>
            </a:r>
            <a:r>
              <a:rPr lang="en-US" sz="2400" dirty="0"/>
              <a:t>Express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uk-UA" dirty="0" smtClean="0"/>
              <a:t>База даних:</a:t>
            </a:r>
          </a:p>
          <a:p>
            <a:pPr marL="0" indent="0">
              <a:buNone/>
            </a:pPr>
            <a:r>
              <a:rPr lang="en-US" sz="2400" dirty="0" smtClean="0"/>
              <a:t>MongoDB</a:t>
            </a:r>
            <a:r>
              <a:rPr lang="uk-UA" sz="2400" dirty="0" smtClean="0"/>
              <a:t>,</a:t>
            </a:r>
            <a:r>
              <a:rPr lang="en-US" sz="2400" dirty="0" smtClean="0"/>
              <a:t> Azure </a:t>
            </a:r>
            <a:r>
              <a:rPr lang="en-US" sz="2400" dirty="0"/>
              <a:t>Storage </a:t>
            </a:r>
            <a:r>
              <a:rPr lang="en-US" sz="2400" dirty="0" smtClean="0"/>
              <a:t>account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uk-UA" dirty="0" smtClean="0"/>
              <a:t>Хостінг:</a:t>
            </a:r>
          </a:p>
          <a:p>
            <a:pPr marL="0" indent="0">
              <a:buNone/>
            </a:pPr>
            <a:r>
              <a:rPr lang="en-US" sz="2400" dirty="0"/>
              <a:t>Azure Web App</a:t>
            </a:r>
            <a:endParaRPr lang="uk-UA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6892" y="3610708"/>
            <a:ext cx="4841631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592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Діаграма бази даних 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6892" y="3610708"/>
            <a:ext cx="4841631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0" y="440348"/>
            <a:ext cx="628650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0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</a:t>
            </a:r>
            <a:r>
              <a:rPr lang="uk-UA" dirty="0" smtClean="0"/>
              <a:t> </a:t>
            </a:r>
            <a:r>
              <a:rPr lang="en-US" dirty="0" smtClean="0"/>
              <a:t>Case</a:t>
            </a:r>
            <a:r>
              <a:rPr lang="uk-UA" dirty="0" smtClean="0"/>
              <a:t> діаграма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6892" y="3610708"/>
            <a:ext cx="4841631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903" y="946638"/>
            <a:ext cx="454342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2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Конкуренти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81954" y="1825625"/>
            <a:ext cx="627184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Speedrun.com</a:t>
            </a:r>
          </a:p>
          <a:p>
            <a:r>
              <a:rPr lang="uk-UA" sz="2000" dirty="0"/>
              <a:t>Найбільша база рекордів (майже всі ігри + категорії, включно з </a:t>
            </a:r>
            <a:r>
              <a:rPr lang="en-US" sz="2000" dirty="0"/>
              <a:t>Any%)</a:t>
            </a:r>
          </a:p>
          <a:p>
            <a:r>
              <a:rPr lang="uk-UA" sz="2000" dirty="0"/>
              <a:t>Система модерації, верифікації, </a:t>
            </a:r>
            <a:r>
              <a:rPr lang="uk-UA" sz="2000" dirty="0" err="1" smtClean="0"/>
              <a:t>сабмітів</a:t>
            </a:r>
            <a:endParaRPr lang="uk-UA" sz="2000" dirty="0" smtClean="0"/>
          </a:p>
          <a:p>
            <a:r>
              <a:rPr lang="en-US" sz="2000" dirty="0" smtClean="0"/>
              <a:t>API</a:t>
            </a:r>
            <a:r>
              <a:rPr lang="en-US" sz="2000" dirty="0"/>
              <a:t>, </a:t>
            </a:r>
            <a:r>
              <a:rPr lang="uk-UA" sz="2000" dirty="0"/>
              <a:t>інтеграції, комʼюніті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6892" y="3610708"/>
            <a:ext cx="4841631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138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0353" y="1742587"/>
            <a:ext cx="10515600" cy="1325563"/>
          </a:xfrm>
        </p:spPr>
        <p:txBody>
          <a:bodyPr/>
          <a:lstStyle/>
          <a:p>
            <a:r>
              <a:rPr lang="uk-UA" dirty="0" smtClean="0"/>
              <a:t>Демонстрація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6892" y="3610708"/>
            <a:ext cx="4841631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3282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459</TotalTime>
  <Words>82</Words>
  <Application>Microsoft Office PowerPoint</Application>
  <PresentationFormat>Широкоэкранный</PresentationFormat>
  <Paragraphs>22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FastRuns</vt:lpstr>
      <vt:lpstr>Технології</vt:lpstr>
      <vt:lpstr>Діаграма бази даних </vt:lpstr>
      <vt:lpstr>Use Case діаграма</vt:lpstr>
      <vt:lpstr>Конкуренти</vt:lpstr>
      <vt:lpstr>Демонстрація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Vitaliy Bondarenko</dc:creator>
  <cp:lastModifiedBy>Vitaliy Bondarenko</cp:lastModifiedBy>
  <cp:revision>10</cp:revision>
  <dcterms:created xsi:type="dcterms:W3CDTF">2026-04-27T20:31:17Z</dcterms:created>
  <dcterms:modified xsi:type="dcterms:W3CDTF">2026-04-29T19:16:20Z</dcterms:modified>
</cp:coreProperties>
</file>